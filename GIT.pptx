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72" r:id="rId5"/>
    <p:sldId id="283" r:id="rId6"/>
    <p:sldId id="284" r:id="rId7"/>
    <p:sldId id="310" r:id="rId8"/>
    <p:sldId id="309" r:id="rId9"/>
    <p:sldId id="311" r:id="rId10"/>
    <p:sldId id="312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78EF1"/>
    <a:srgbClr val="2AAAE1"/>
    <a:srgbClr val="6BC8CA"/>
    <a:srgbClr val="47F3D0"/>
    <a:srgbClr val="258FF2"/>
    <a:srgbClr val="CB5EDD"/>
    <a:srgbClr val="444C4C"/>
    <a:srgbClr val="FEA14A"/>
    <a:srgbClr val="97A0A9"/>
    <a:srgbClr val="CB5ED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5021F1-07EC-FA0D-9291-55837992DE80}" v="146" dt="2022-02-09T11:55:53.67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847"/>
    <p:restoredTop sz="94694"/>
  </p:normalViewPr>
  <p:slideViewPr>
    <p:cSldViewPr>
      <p:cViewPr>
        <p:scale>
          <a:sx n="66" d="100"/>
          <a:sy n="66" d="100"/>
        </p:scale>
        <p:origin x="-822" y="-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Muthu Selvan Rajendran" userId="S::davidmuthu.s@indiumsoft.com::cd495245-6ec0-4f2b-bf96-f84bc7f815f4" providerId="AD" clId="Web-{C25021F1-07EC-FA0D-9291-55837992DE80}"/>
    <pc:docChg chg="modSld">
      <pc:chgData name="David Muthu Selvan Rajendran" userId="S::davidmuthu.s@indiumsoft.com::cd495245-6ec0-4f2b-bf96-f84bc7f815f4" providerId="AD" clId="Web-{C25021F1-07EC-FA0D-9291-55837992DE80}" dt="2022-02-09T11:55:53.674" v="86" actId="1076"/>
      <pc:docMkLst>
        <pc:docMk/>
      </pc:docMkLst>
      <pc:sldChg chg="modSp">
        <pc:chgData name="David Muthu Selvan Rajendran" userId="S::davidmuthu.s@indiumsoft.com::cd495245-6ec0-4f2b-bf96-f84bc7f815f4" providerId="AD" clId="Web-{C25021F1-07EC-FA0D-9291-55837992DE80}" dt="2022-02-09T11:02:19.604" v="2" actId="20577"/>
        <pc:sldMkLst>
          <pc:docMk/>
          <pc:sldMk cId="4240440305" sldId="272"/>
        </pc:sldMkLst>
        <pc:spChg chg="mod">
          <ac:chgData name="David Muthu Selvan Rajendran" userId="S::davidmuthu.s@indiumsoft.com::cd495245-6ec0-4f2b-bf96-f84bc7f815f4" providerId="AD" clId="Web-{C25021F1-07EC-FA0D-9291-55837992DE80}" dt="2022-02-09T11:02:19.604" v="2" actId="20577"/>
          <ac:spMkLst>
            <pc:docMk/>
            <pc:sldMk cId="4240440305" sldId="272"/>
            <ac:spMk id="9" creationId="{BC65AC9D-692D-D746-8070-E899EED1C3FC}"/>
          </ac:spMkLst>
        </pc:spChg>
      </pc:sldChg>
      <pc:sldChg chg="addSp delSp modSp">
        <pc:chgData name="David Muthu Selvan Rajendran" userId="S::davidmuthu.s@indiumsoft.com::cd495245-6ec0-4f2b-bf96-f84bc7f815f4" providerId="AD" clId="Web-{C25021F1-07EC-FA0D-9291-55837992DE80}" dt="2022-02-09T11:55:53.674" v="86" actId="1076"/>
        <pc:sldMkLst>
          <pc:docMk/>
          <pc:sldMk cId="2258902009" sldId="283"/>
        </pc:sldMkLst>
        <pc:spChg chg="add">
          <ac:chgData name="David Muthu Selvan Rajendran" userId="S::davidmuthu.s@indiumsoft.com::cd495245-6ec0-4f2b-bf96-f84bc7f815f4" providerId="AD" clId="Web-{C25021F1-07EC-FA0D-9291-55837992DE80}" dt="2022-02-09T11:53:45.720" v="71"/>
          <ac:spMkLst>
            <pc:docMk/>
            <pc:sldMk cId="2258902009" sldId="283"/>
            <ac:spMk id="2" creationId="{807A4C2E-C7E3-428B-ACD9-6AA90AA162A8}"/>
          </ac:spMkLst>
        </pc:spChg>
        <pc:spChg chg="add">
          <ac:chgData name="David Muthu Selvan Rajendran" userId="S::davidmuthu.s@indiumsoft.com::cd495245-6ec0-4f2b-bf96-f84bc7f815f4" providerId="AD" clId="Web-{C25021F1-07EC-FA0D-9291-55837992DE80}" dt="2022-02-09T11:53:50.064" v="72"/>
          <ac:spMkLst>
            <pc:docMk/>
            <pc:sldMk cId="2258902009" sldId="283"/>
            <ac:spMk id="3" creationId="{098DA938-0262-451C-B834-C2F39FDDDD87}"/>
          </ac:spMkLst>
        </pc:spChg>
        <pc:spChg chg="mod">
          <ac:chgData name="David Muthu Selvan Rajendran" userId="S::davidmuthu.s@indiumsoft.com::cd495245-6ec0-4f2b-bf96-f84bc7f815f4" providerId="AD" clId="Web-{C25021F1-07EC-FA0D-9291-55837992DE80}" dt="2022-02-09T11:24:26.405" v="45" actId="20577"/>
          <ac:spMkLst>
            <pc:docMk/>
            <pc:sldMk cId="2258902009" sldId="283"/>
            <ac:spMk id="14" creationId="{DAB89F5C-4603-3D4D-958E-58E44883E0F0}"/>
          </ac:spMkLst>
        </pc:spChg>
        <pc:spChg chg="mod">
          <ac:chgData name="David Muthu Selvan Rajendran" userId="S::davidmuthu.s@indiumsoft.com::cd495245-6ec0-4f2b-bf96-f84bc7f815f4" providerId="AD" clId="Web-{C25021F1-07EC-FA0D-9291-55837992DE80}" dt="2022-02-09T11:03:34.309" v="16" actId="20577"/>
          <ac:spMkLst>
            <pc:docMk/>
            <pc:sldMk cId="2258902009" sldId="283"/>
            <ac:spMk id="15" creationId="{8B13A45C-2673-124A-ABE8-DD3A85C80692}"/>
          </ac:spMkLst>
        </pc:spChg>
        <pc:spChg chg="mod">
          <ac:chgData name="David Muthu Selvan Rajendran" userId="S::davidmuthu.s@indiumsoft.com::cd495245-6ec0-4f2b-bf96-f84bc7f815f4" providerId="AD" clId="Web-{C25021F1-07EC-FA0D-9291-55837992DE80}" dt="2022-02-09T11:03:41.059" v="18" actId="20577"/>
          <ac:spMkLst>
            <pc:docMk/>
            <pc:sldMk cId="2258902009" sldId="283"/>
            <ac:spMk id="18" creationId="{51BF63C9-143D-5748-9FA2-B56F7D69B793}"/>
          </ac:spMkLst>
        </pc:spChg>
        <pc:picChg chg="add del mod">
          <ac:chgData name="David Muthu Selvan Rajendran" userId="S::davidmuthu.s@indiumsoft.com::cd495245-6ec0-4f2b-bf96-f84bc7f815f4" providerId="AD" clId="Web-{C25021F1-07EC-FA0D-9291-55837992DE80}" dt="2022-02-09T11:51:54.241" v="63"/>
          <ac:picMkLst>
            <pc:docMk/>
            <pc:sldMk cId="2258902009" sldId="283"/>
            <ac:picMk id="2" creationId="{ACD6BF4C-8CE5-4160-90CD-0C1473FDAFD6}"/>
          </ac:picMkLst>
        </pc:picChg>
        <pc:picChg chg="add del mod">
          <ac:chgData name="David Muthu Selvan Rajendran" userId="S::davidmuthu.s@indiumsoft.com::cd495245-6ec0-4f2b-bf96-f84bc7f815f4" providerId="AD" clId="Web-{C25021F1-07EC-FA0D-9291-55837992DE80}" dt="2022-02-09T11:27:58.502" v="47"/>
          <ac:picMkLst>
            <pc:docMk/>
            <pc:sldMk cId="2258902009" sldId="283"/>
            <ac:picMk id="2" creationId="{F64D170F-2FD5-495D-9E4C-5579B41FA427}"/>
          </ac:picMkLst>
        </pc:picChg>
        <pc:picChg chg="add del mod">
          <ac:chgData name="David Muthu Selvan Rajendran" userId="S::davidmuthu.s@indiumsoft.com::cd495245-6ec0-4f2b-bf96-f84bc7f815f4" providerId="AD" clId="Web-{C25021F1-07EC-FA0D-9291-55837992DE80}" dt="2022-02-09T11:52:51.351" v="65"/>
          <ac:picMkLst>
            <pc:docMk/>
            <pc:sldMk cId="2258902009" sldId="283"/>
            <ac:picMk id="3" creationId="{1317AEC9-D7B1-4DD5-823D-476046AC8E05}"/>
          </ac:picMkLst>
        </pc:picChg>
        <pc:picChg chg="add del mod">
          <ac:chgData name="David Muthu Selvan Rajendran" userId="S::davidmuthu.s@indiumsoft.com::cd495245-6ec0-4f2b-bf96-f84bc7f815f4" providerId="AD" clId="Web-{C25021F1-07EC-FA0D-9291-55837992DE80}" dt="2022-02-09T11:28:18.799" v="53"/>
          <ac:picMkLst>
            <pc:docMk/>
            <pc:sldMk cId="2258902009" sldId="283"/>
            <ac:picMk id="3" creationId="{F64AAB23-588D-4BE6-9E47-197BD4C2B26E}"/>
          </ac:picMkLst>
        </pc:picChg>
        <pc:picChg chg="add del mod">
          <ac:chgData name="David Muthu Selvan Rajendran" userId="S::davidmuthu.s@indiumsoft.com::cd495245-6ec0-4f2b-bf96-f84bc7f815f4" providerId="AD" clId="Web-{C25021F1-07EC-FA0D-9291-55837992DE80}" dt="2022-02-09T11:54:39.971" v="76"/>
          <ac:picMkLst>
            <pc:docMk/>
            <pc:sldMk cId="2258902009" sldId="283"/>
            <ac:picMk id="4" creationId="{1CC5A455-6B40-4138-9DA7-C66FB4CC06E1}"/>
          </ac:picMkLst>
        </pc:picChg>
        <pc:picChg chg="add mod">
          <ac:chgData name="David Muthu Selvan Rajendran" userId="S::davidmuthu.s@indiumsoft.com::cd495245-6ec0-4f2b-bf96-f84bc7f815f4" providerId="AD" clId="Web-{C25021F1-07EC-FA0D-9291-55837992DE80}" dt="2022-02-09T11:55:53.674" v="86" actId="1076"/>
          <ac:picMkLst>
            <pc:docMk/>
            <pc:sldMk cId="2258902009" sldId="283"/>
            <ac:picMk id="5" creationId="{76674380-B800-4A86-BC14-5BFAE8152B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48A4A-B702-0F4A-83D3-9D4CA833E1E6}" type="datetimeFigureOut">
              <a:rPr lang="en-US" smtClean="0"/>
              <a:pPr/>
              <a:t>2/13/2022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CEA510-BBE5-C743-A276-98F256C35B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4274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CEA510-BBE5-C743-A276-98F256C35B5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7560" y="543643"/>
            <a:ext cx="107768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CDC33F47-2A53-8D46-9E77-DEBDE1873616}"/>
              </a:ext>
            </a:extLst>
          </p:cNvPr>
          <p:cNvSpPr txBox="1"/>
          <p:nvPr userDrawn="1"/>
        </p:nvSpPr>
        <p:spPr>
          <a:xfrm>
            <a:off x="228600" y="6528648"/>
            <a:ext cx="1219200" cy="25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100" spc="-10" dirty="0">
                <a:solidFill>
                  <a:srgbClr val="414042"/>
                </a:solidFill>
                <a:latin typeface="Calibri"/>
                <a:cs typeface="Calibri"/>
              </a:rPr>
              <a:t>© Indium Software</a:t>
            </a:r>
            <a:endParaRPr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sp>
        <p:nvSpPr>
          <p:cNvPr id="10" name="Slide Number Placeholder 29">
            <a:extLst>
              <a:ext uri="{FF2B5EF4-FFF2-40B4-BE49-F238E27FC236}">
                <a16:creationId xmlns="" xmlns:a16="http://schemas.microsoft.com/office/drawing/2014/main" id="{B2BCD418-24EA-124C-A767-AAE02F4B4EB8}"/>
              </a:ext>
            </a:extLst>
          </p:cNvPr>
          <p:cNvSpPr txBox="1">
            <a:spLocks/>
          </p:cNvSpPr>
          <p:nvPr userDrawn="1"/>
        </p:nvSpPr>
        <p:spPr>
          <a:xfrm>
            <a:off x="5810248" y="6549779"/>
            <a:ext cx="571501" cy="3429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IN" sz="1100" spc="-10" smtClean="0">
                <a:solidFill>
                  <a:srgbClr val="414042"/>
                </a:solidFill>
                <a:latin typeface="Calibri"/>
                <a:cs typeface="Calibri"/>
              </a:rPr>
              <a:pPr algn="ctr"/>
              <a:t>‹#›</a:t>
            </a:fld>
            <a:endParaRPr lang="en-IN"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="" xmlns:a16="http://schemas.microsoft.com/office/drawing/2014/main" id="{7B0593B9-6625-0F4E-AD15-459CDB1D38D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199891" y="308222"/>
            <a:ext cx="569112" cy="568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9F2E729-C2A2-0C49-B16A-594181A8F5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82434"/>
            <a:ext cx="753762" cy="8352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F04786D8-2D26-B045-BD4D-5B18A1117D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3999" y="6705600"/>
            <a:ext cx="2625003" cy="152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8791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5FCDA6A-5A13-A147-9E74-69D8A65663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bject 3">
            <a:extLst>
              <a:ext uri="{FF2B5EF4-FFF2-40B4-BE49-F238E27FC236}">
                <a16:creationId xmlns="" xmlns:a16="http://schemas.microsoft.com/office/drawing/2014/main" id="{A40754FA-7250-4949-A773-DA92FD7CD4D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199891" y="308222"/>
            <a:ext cx="569112" cy="568667"/>
          </a:xfrm>
          <a:prstGeom prst="rect">
            <a:avLst/>
          </a:prstGeom>
        </p:spPr>
      </p:pic>
      <p:sp>
        <p:nvSpPr>
          <p:cNvPr id="15" name="object 7">
            <a:extLst>
              <a:ext uri="{FF2B5EF4-FFF2-40B4-BE49-F238E27FC236}">
                <a16:creationId xmlns="" xmlns:a16="http://schemas.microsoft.com/office/drawing/2014/main" id="{32809E3C-5823-5C4D-A84A-67C18ACCB741}"/>
              </a:ext>
            </a:extLst>
          </p:cNvPr>
          <p:cNvSpPr txBox="1"/>
          <p:nvPr userDrawn="1"/>
        </p:nvSpPr>
        <p:spPr>
          <a:xfrm>
            <a:off x="228600" y="6528648"/>
            <a:ext cx="1219200" cy="25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100" spc="-10" dirty="0">
                <a:solidFill>
                  <a:srgbClr val="414042"/>
                </a:solidFill>
                <a:latin typeface="Calibri"/>
                <a:cs typeface="Calibri"/>
              </a:rPr>
              <a:t>© Indium Software</a:t>
            </a:r>
            <a:endParaRPr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sp>
        <p:nvSpPr>
          <p:cNvPr id="16" name="Slide Number Placeholder 29">
            <a:extLst>
              <a:ext uri="{FF2B5EF4-FFF2-40B4-BE49-F238E27FC236}">
                <a16:creationId xmlns="" xmlns:a16="http://schemas.microsoft.com/office/drawing/2014/main" id="{4FBE7D87-8C5E-464F-887D-8A28770A9F68}"/>
              </a:ext>
            </a:extLst>
          </p:cNvPr>
          <p:cNvSpPr txBox="1">
            <a:spLocks/>
          </p:cNvSpPr>
          <p:nvPr userDrawn="1"/>
        </p:nvSpPr>
        <p:spPr>
          <a:xfrm>
            <a:off x="5810248" y="6549779"/>
            <a:ext cx="571501" cy="3429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IN" sz="1100" spc="-10" smtClean="0">
                <a:solidFill>
                  <a:srgbClr val="414042"/>
                </a:solidFill>
                <a:latin typeface="Calibri"/>
                <a:cs typeface="Calibri"/>
              </a:rPr>
              <a:pPr algn="ctr"/>
              <a:t>‹#›</a:t>
            </a:fld>
            <a:endParaRPr lang="en-IN"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AC9C0C8C-4036-4C48-A4F5-77FADF5CEA8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3999" y="6705600"/>
            <a:ext cx="2625003" cy="15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35BABC8-4671-804D-93D7-BA3EB84EF5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282434"/>
            <a:ext cx="753762" cy="83524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93878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08AF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pic>
        <p:nvPicPr>
          <p:cNvPr id="7" name="object 3">
            <a:extLst>
              <a:ext uri="{FF2B5EF4-FFF2-40B4-BE49-F238E27FC236}">
                <a16:creationId xmlns="" xmlns:a16="http://schemas.microsoft.com/office/drawing/2014/main" id="{64EA1E04-CA47-ED44-B95D-98ABF575543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199891" y="308222"/>
            <a:ext cx="569112" cy="568667"/>
          </a:xfrm>
          <a:prstGeom prst="rect">
            <a:avLst/>
          </a:prstGeom>
        </p:spPr>
      </p:pic>
      <p:sp>
        <p:nvSpPr>
          <p:cNvPr id="13" name="object 7">
            <a:extLst>
              <a:ext uri="{FF2B5EF4-FFF2-40B4-BE49-F238E27FC236}">
                <a16:creationId xmlns="" xmlns:a16="http://schemas.microsoft.com/office/drawing/2014/main" id="{57FC2FCC-D08E-2E4D-A245-1E8C55DE560C}"/>
              </a:ext>
            </a:extLst>
          </p:cNvPr>
          <p:cNvSpPr txBox="1"/>
          <p:nvPr userDrawn="1"/>
        </p:nvSpPr>
        <p:spPr>
          <a:xfrm>
            <a:off x="228600" y="6528648"/>
            <a:ext cx="1219200" cy="25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100" spc="-10" dirty="0">
                <a:solidFill>
                  <a:srgbClr val="414042"/>
                </a:solidFill>
                <a:latin typeface="Calibri"/>
                <a:cs typeface="Calibri"/>
              </a:rPr>
              <a:t>© Indium Software</a:t>
            </a:r>
            <a:endParaRPr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sp>
        <p:nvSpPr>
          <p:cNvPr id="14" name="Slide Number Placeholder 29">
            <a:extLst>
              <a:ext uri="{FF2B5EF4-FFF2-40B4-BE49-F238E27FC236}">
                <a16:creationId xmlns="" xmlns:a16="http://schemas.microsoft.com/office/drawing/2014/main" id="{E474984F-2464-5B43-A4E9-5CE8EDEEF8FD}"/>
              </a:ext>
            </a:extLst>
          </p:cNvPr>
          <p:cNvSpPr txBox="1">
            <a:spLocks/>
          </p:cNvSpPr>
          <p:nvPr userDrawn="1"/>
        </p:nvSpPr>
        <p:spPr>
          <a:xfrm>
            <a:off x="5810248" y="6549779"/>
            <a:ext cx="571501" cy="3429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IN" sz="1100" spc="-10" smtClean="0">
                <a:solidFill>
                  <a:srgbClr val="414042"/>
                </a:solidFill>
                <a:latin typeface="Calibri"/>
                <a:cs typeface="Calibri"/>
              </a:rPr>
              <a:pPr algn="ctr"/>
              <a:t>‹#›</a:t>
            </a:fld>
            <a:endParaRPr lang="en-IN"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1F3DB433-229B-FE45-94B7-7234A77C36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3999" y="6705600"/>
            <a:ext cx="2625003" cy="15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9A446BB3-2EBD-D848-9CDE-8BF471BAC8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82434"/>
            <a:ext cx="753762" cy="835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08AF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pic>
        <p:nvPicPr>
          <p:cNvPr id="7" name="object 3">
            <a:extLst>
              <a:ext uri="{FF2B5EF4-FFF2-40B4-BE49-F238E27FC236}">
                <a16:creationId xmlns="" xmlns:a16="http://schemas.microsoft.com/office/drawing/2014/main" id="{81985F71-2F38-504D-9D2F-E270F0F2F49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199891" y="308222"/>
            <a:ext cx="569112" cy="568667"/>
          </a:xfrm>
          <a:prstGeom prst="rect">
            <a:avLst/>
          </a:prstGeom>
        </p:spPr>
      </p:pic>
      <p:sp>
        <p:nvSpPr>
          <p:cNvPr id="14" name="object 7">
            <a:extLst>
              <a:ext uri="{FF2B5EF4-FFF2-40B4-BE49-F238E27FC236}">
                <a16:creationId xmlns="" xmlns:a16="http://schemas.microsoft.com/office/drawing/2014/main" id="{6CBF716F-93CA-3144-AD20-E57F8024225E}"/>
              </a:ext>
            </a:extLst>
          </p:cNvPr>
          <p:cNvSpPr txBox="1"/>
          <p:nvPr userDrawn="1"/>
        </p:nvSpPr>
        <p:spPr>
          <a:xfrm>
            <a:off x="228600" y="6528648"/>
            <a:ext cx="1219200" cy="25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100" spc="-10" dirty="0">
                <a:solidFill>
                  <a:srgbClr val="414042"/>
                </a:solidFill>
                <a:latin typeface="Calibri"/>
                <a:cs typeface="Calibri"/>
              </a:rPr>
              <a:t>© Indium Software</a:t>
            </a:r>
            <a:endParaRPr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sp>
        <p:nvSpPr>
          <p:cNvPr id="15" name="Slide Number Placeholder 29">
            <a:extLst>
              <a:ext uri="{FF2B5EF4-FFF2-40B4-BE49-F238E27FC236}">
                <a16:creationId xmlns="" xmlns:a16="http://schemas.microsoft.com/office/drawing/2014/main" id="{E6ED95F0-1C86-4141-9A56-4BA6D858A814}"/>
              </a:ext>
            </a:extLst>
          </p:cNvPr>
          <p:cNvSpPr txBox="1">
            <a:spLocks/>
          </p:cNvSpPr>
          <p:nvPr userDrawn="1"/>
        </p:nvSpPr>
        <p:spPr>
          <a:xfrm>
            <a:off x="5810248" y="6549779"/>
            <a:ext cx="571501" cy="3429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IN" sz="1100" spc="-10" smtClean="0">
                <a:solidFill>
                  <a:srgbClr val="414042"/>
                </a:solidFill>
                <a:latin typeface="Calibri"/>
                <a:cs typeface="Calibri"/>
              </a:rPr>
              <a:pPr algn="ctr"/>
              <a:t>‹#›</a:t>
            </a:fld>
            <a:endParaRPr lang="en-IN"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93460855-599C-F34B-A6DC-DFD627F7D1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3999" y="6705600"/>
            <a:ext cx="2625003" cy="152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92D80DA6-E2E6-594A-9D8D-74DA4DCF50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82434"/>
            <a:ext cx="753762" cy="835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08AF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pic>
        <p:nvPicPr>
          <p:cNvPr id="5" name="object 3">
            <a:extLst>
              <a:ext uri="{FF2B5EF4-FFF2-40B4-BE49-F238E27FC236}">
                <a16:creationId xmlns="" xmlns:a16="http://schemas.microsoft.com/office/drawing/2014/main" id="{FCCB509A-7669-5243-95D4-4C1AD9EF2C4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199891" y="308222"/>
            <a:ext cx="569112" cy="568667"/>
          </a:xfrm>
          <a:prstGeom prst="rect">
            <a:avLst/>
          </a:prstGeom>
        </p:spPr>
      </p:pic>
      <p:sp>
        <p:nvSpPr>
          <p:cNvPr id="11" name="object 7">
            <a:extLst>
              <a:ext uri="{FF2B5EF4-FFF2-40B4-BE49-F238E27FC236}">
                <a16:creationId xmlns="" xmlns:a16="http://schemas.microsoft.com/office/drawing/2014/main" id="{4A838D54-5C6D-0E41-ABA2-F890A8ADA263}"/>
              </a:ext>
            </a:extLst>
          </p:cNvPr>
          <p:cNvSpPr txBox="1"/>
          <p:nvPr userDrawn="1"/>
        </p:nvSpPr>
        <p:spPr>
          <a:xfrm>
            <a:off x="228600" y="6528648"/>
            <a:ext cx="1219200" cy="25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100" spc="-10" dirty="0">
                <a:solidFill>
                  <a:srgbClr val="414042"/>
                </a:solidFill>
                <a:latin typeface="Calibri"/>
                <a:cs typeface="Calibri"/>
              </a:rPr>
              <a:t>© Indium Software</a:t>
            </a:r>
            <a:endParaRPr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sp>
        <p:nvSpPr>
          <p:cNvPr id="12" name="Slide Number Placeholder 29">
            <a:extLst>
              <a:ext uri="{FF2B5EF4-FFF2-40B4-BE49-F238E27FC236}">
                <a16:creationId xmlns="" xmlns:a16="http://schemas.microsoft.com/office/drawing/2014/main" id="{E29AD498-2F24-DE4E-8ED4-AAF654908813}"/>
              </a:ext>
            </a:extLst>
          </p:cNvPr>
          <p:cNvSpPr txBox="1">
            <a:spLocks/>
          </p:cNvSpPr>
          <p:nvPr userDrawn="1"/>
        </p:nvSpPr>
        <p:spPr>
          <a:xfrm>
            <a:off x="5810248" y="6549779"/>
            <a:ext cx="571501" cy="3429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IN" sz="1100" spc="-10" smtClean="0">
                <a:solidFill>
                  <a:srgbClr val="414042"/>
                </a:solidFill>
                <a:latin typeface="Calibri"/>
                <a:cs typeface="Calibri"/>
              </a:rPr>
              <a:pPr algn="ctr"/>
              <a:t>‹#›</a:t>
            </a:fld>
            <a:endParaRPr lang="en-IN" sz="1100" spc="-10" dirty="0">
              <a:solidFill>
                <a:srgbClr val="414042"/>
              </a:solidFill>
              <a:latin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FA9BB67B-1673-4840-91FB-895C9A2145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3999" y="6705600"/>
            <a:ext cx="2625003" cy="15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382F161-AE3D-8544-A405-4E4D3DFA3D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82434"/>
            <a:ext cx="753762" cy="835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7777" y="2516435"/>
            <a:ext cx="6836445" cy="1684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308AF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6" r:id="rId3"/>
    <p:sldLayoutId id="2147483662" r:id="rId4"/>
    <p:sldLayoutId id="2147483663" r:id="rId5"/>
    <p:sldLayoutId id="2147483664" r:id="rId6"/>
    <p:sldLayoutId id="2147483665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317"/>
          <a:stretch/>
        </p:blipFill>
        <p:spPr>
          <a:xfrm>
            <a:off x="0" y="0"/>
            <a:ext cx="12189460" cy="685800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="" xmlns:a16="http://schemas.microsoft.com/office/drawing/2014/main" id="{9557A80B-B777-6C44-9693-F016B8D8CE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744085" h="5471160">
                <a:moveTo>
                  <a:pt x="4743754" y="0"/>
                </a:moveTo>
                <a:lnTo>
                  <a:pt x="0" y="0"/>
                </a:lnTo>
                <a:lnTo>
                  <a:pt x="0" y="5470639"/>
                </a:lnTo>
                <a:lnTo>
                  <a:pt x="4743754" y="5470639"/>
                </a:lnTo>
                <a:lnTo>
                  <a:pt x="4743754" y="0"/>
                </a:lnTo>
                <a:close/>
              </a:path>
            </a:pathLst>
          </a:custGeom>
          <a:solidFill>
            <a:srgbClr val="031729">
              <a:alpha val="6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1C67D77-6422-E04B-B27B-A1F933DC036E}"/>
              </a:ext>
            </a:extLst>
          </p:cNvPr>
          <p:cNvSpPr/>
          <p:nvPr/>
        </p:nvSpPr>
        <p:spPr>
          <a:xfrm>
            <a:off x="990600" y="876300"/>
            <a:ext cx="10210800" cy="5105400"/>
          </a:xfrm>
          <a:prstGeom prst="rect">
            <a:avLst/>
          </a:prstGeom>
          <a:noFill/>
          <a:ln w="53975">
            <a:solidFill>
              <a:srgbClr val="2F8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BC65AC9D-692D-D746-8070-E899EED1C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060" y="3059668"/>
            <a:ext cx="10210799" cy="738664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gency FB"/>
              </a:rPr>
              <a:t>GIT</a:t>
            </a:r>
            <a:endParaRPr lang="en-US" dirty="0">
              <a:solidFill>
                <a:schemeClr val="bg1"/>
              </a:solidFill>
              <a:latin typeface="Agency FB" pitchFamily="2" charset="7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404403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 Diagonal Corner Rectangle 48"/>
          <p:cNvSpPr/>
          <p:nvPr/>
        </p:nvSpPr>
        <p:spPr>
          <a:xfrm rot="10800000">
            <a:off x="6553200" y="4876800"/>
            <a:ext cx="5181600" cy="1371600"/>
          </a:xfrm>
          <a:prstGeom prst="round2Diag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 Diagonal Corner Rectangle 47"/>
          <p:cNvSpPr/>
          <p:nvPr/>
        </p:nvSpPr>
        <p:spPr>
          <a:xfrm>
            <a:off x="6553200" y="838200"/>
            <a:ext cx="4495800" cy="2667000"/>
          </a:xfrm>
          <a:prstGeom prst="round2Diag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bject 2">
            <a:extLst>
              <a:ext uri="{FF2B5EF4-FFF2-40B4-BE49-F238E27FC236}">
                <a16:creationId xmlns="" xmlns:a16="http://schemas.microsoft.com/office/drawing/2014/main" id="{DAB89F5C-4603-3D4D-958E-58E44883E0F0}"/>
              </a:ext>
            </a:extLst>
          </p:cNvPr>
          <p:cNvSpPr txBox="1">
            <a:spLocks/>
          </p:cNvSpPr>
          <p:nvPr/>
        </p:nvSpPr>
        <p:spPr>
          <a:xfrm>
            <a:off x="921424" y="239367"/>
            <a:ext cx="9898976" cy="68993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kern="0" spc="-5" dirty="0">
                <a:solidFill>
                  <a:srgbClr val="2E8BF1"/>
                </a:solidFill>
                <a:latin typeface="Bahnschrift Light Condensed"/>
              </a:rPr>
              <a:t>KERNAL</a:t>
            </a:r>
            <a:r>
              <a:rPr lang="en-IN" sz="3200" b="1" kern="0" spc="-5" dirty="0">
                <a:solidFill>
                  <a:srgbClr val="2E8BF1"/>
                </a:solidFill>
                <a:latin typeface="Bahnschrift Light Condensed"/>
              </a:rPr>
              <a:t> </a:t>
            </a:r>
            <a:r>
              <a:rPr lang="en-IN" sz="4400" b="1" kern="0" spc="-5" dirty="0">
                <a:solidFill>
                  <a:srgbClr val="2E8BF1"/>
                </a:solidFill>
                <a:latin typeface="Bahnschrift Light Condensed"/>
              </a:rPr>
              <a:t>&amp; SHELL</a:t>
            </a:r>
            <a:endParaRPr lang="en-IN" sz="3200" b="1" kern="0" spc="-5" dirty="0">
              <a:solidFill>
                <a:srgbClr val="2E8BF1"/>
              </a:solidFill>
              <a:latin typeface="Bahnschrift Light Condensed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="" xmlns:a16="http://schemas.microsoft.com/office/drawing/2014/main" id="{8B13A45C-2673-124A-ABE8-DD3A85C80692}"/>
              </a:ext>
            </a:extLst>
          </p:cNvPr>
          <p:cNvSpPr txBox="1"/>
          <p:nvPr/>
        </p:nvSpPr>
        <p:spPr>
          <a:xfrm>
            <a:off x="919043" y="744634"/>
            <a:ext cx="9898976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/>
            <a:endParaRPr sz="2400" kern="0" spc="-5" dirty="0">
              <a:solidFill>
                <a:srgbClr val="414042"/>
              </a:solidFill>
              <a:latin typeface="Bahnschrift Light Condensed" panose="020B0502040204020203" pitchFamily="34" charset="0"/>
              <a:ea typeface="+mj-ea"/>
            </a:endParaRP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="" xmlns:a16="http://schemas.microsoft.com/office/drawing/2014/main" id="{76674380-B800-4A86-BC14-5BFAE8152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0"/>
            <a:ext cx="5867400" cy="5388622"/>
          </a:xfrm>
          <a:prstGeom prst="rect">
            <a:avLst/>
          </a:prstGeom>
        </p:spPr>
      </p:pic>
      <p:sp>
        <p:nvSpPr>
          <p:cNvPr id="29" name="object 7">
            <a:extLst>
              <a:ext uri="{FF2B5EF4-FFF2-40B4-BE49-F238E27FC236}">
                <a16:creationId xmlns="" xmlns:a16="http://schemas.microsoft.com/office/drawing/2014/main" id="{5741F2C7-27CA-CF43-A50A-67F7AAFA7EBC}"/>
              </a:ext>
            </a:extLst>
          </p:cNvPr>
          <p:cNvSpPr txBox="1"/>
          <p:nvPr/>
        </p:nvSpPr>
        <p:spPr>
          <a:xfrm>
            <a:off x="7162800" y="1066800"/>
            <a:ext cx="464058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-10" dirty="0" smtClean="0">
                <a:cs typeface="Calibri Light" panose="020F0302020204030204" pitchFamily="34" charset="0"/>
              </a:rPr>
              <a:t>Kernal is the Heart of Operating system</a:t>
            </a:r>
            <a:r>
              <a:rPr sz="1800" spc="-30" smtClean="0">
                <a:cs typeface="Calibri Light" panose="020F0302020204030204" pitchFamily="34" charset="0"/>
              </a:rPr>
              <a:t>.</a:t>
            </a:r>
            <a:endParaRPr sz="1800" dirty="0">
              <a:cs typeface="Calibri Light" panose="020F0302020204030204" pitchFamily="34" charset="0"/>
            </a:endParaRPr>
          </a:p>
        </p:txBody>
      </p:sp>
      <p:sp>
        <p:nvSpPr>
          <p:cNvPr id="30" name="object 8">
            <a:extLst>
              <a:ext uri="{FF2B5EF4-FFF2-40B4-BE49-F238E27FC236}">
                <a16:creationId xmlns="" xmlns:a16="http://schemas.microsoft.com/office/drawing/2014/main" id="{89E8EDF0-059A-1246-A9E3-510B8CDBF5B8}"/>
              </a:ext>
            </a:extLst>
          </p:cNvPr>
          <p:cNvSpPr/>
          <p:nvPr/>
        </p:nvSpPr>
        <p:spPr>
          <a:xfrm>
            <a:off x="6633012" y="948317"/>
            <a:ext cx="541731" cy="522605"/>
          </a:xfrm>
          <a:custGeom>
            <a:avLst/>
            <a:gdLst/>
            <a:ahLst/>
            <a:cxnLst/>
            <a:rect l="l" t="t" r="r" b="b"/>
            <a:pathLst>
              <a:path w="522604" h="522605">
                <a:moveTo>
                  <a:pt x="261264" y="0"/>
                </a:moveTo>
                <a:lnTo>
                  <a:pt x="214303" y="4209"/>
                </a:lnTo>
                <a:lnTo>
                  <a:pt x="170103" y="16346"/>
                </a:lnTo>
                <a:lnTo>
                  <a:pt x="129402" y="35671"/>
                </a:lnTo>
                <a:lnTo>
                  <a:pt x="92938" y="61448"/>
                </a:lnTo>
                <a:lnTo>
                  <a:pt x="61448" y="92938"/>
                </a:lnTo>
                <a:lnTo>
                  <a:pt x="35671" y="129402"/>
                </a:lnTo>
                <a:lnTo>
                  <a:pt x="16346" y="170103"/>
                </a:lnTo>
                <a:lnTo>
                  <a:pt x="4209" y="214303"/>
                </a:lnTo>
                <a:lnTo>
                  <a:pt x="0" y="261264"/>
                </a:lnTo>
                <a:lnTo>
                  <a:pt x="4209" y="308228"/>
                </a:lnTo>
                <a:lnTo>
                  <a:pt x="16346" y="352430"/>
                </a:lnTo>
                <a:lnTo>
                  <a:pt x="35671" y="393131"/>
                </a:lnTo>
                <a:lnTo>
                  <a:pt x="61448" y="429595"/>
                </a:lnTo>
                <a:lnTo>
                  <a:pt x="92938" y="461084"/>
                </a:lnTo>
                <a:lnTo>
                  <a:pt x="129402" y="486859"/>
                </a:lnTo>
                <a:lnTo>
                  <a:pt x="170103" y="506184"/>
                </a:lnTo>
                <a:lnTo>
                  <a:pt x="214303" y="518319"/>
                </a:lnTo>
                <a:lnTo>
                  <a:pt x="261264" y="522528"/>
                </a:lnTo>
                <a:lnTo>
                  <a:pt x="308228" y="518319"/>
                </a:lnTo>
                <a:lnTo>
                  <a:pt x="352430" y="506184"/>
                </a:lnTo>
                <a:lnTo>
                  <a:pt x="393131" y="486859"/>
                </a:lnTo>
                <a:lnTo>
                  <a:pt x="429595" y="461084"/>
                </a:lnTo>
                <a:lnTo>
                  <a:pt x="461084" y="429595"/>
                </a:lnTo>
                <a:lnTo>
                  <a:pt x="486859" y="393131"/>
                </a:lnTo>
                <a:lnTo>
                  <a:pt x="506184" y="352430"/>
                </a:lnTo>
                <a:lnTo>
                  <a:pt x="518319" y="308228"/>
                </a:lnTo>
                <a:lnTo>
                  <a:pt x="522528" y="261264"/>
                </a:lnTo>
                <a:lnTo>
                  <a:pt x="518319" y="214303"/>
                </a:lnTo>
                <a:lnTo>
                  <a:pt x="506184" y="170103"/>
                </a:lnTo>
                <a:lnTo>
                  <a:pt x="486859" y="129402"/>
                </a:lnTo>
                <a:lnTo>
                  <a:pt x="461084" y="92938"/>
                </a:lnTo>
                <a:lnTo>
                  <a:pt x="429595" y="61448"/>
                </a:lnTo>
                <a:lnTo>
                  <a:pt x="393131" y="35671"/>
                </a:lnTo>
                <a:lnTo>
                  <a:pt x="352430" y="16346"/>
                </a:lnTo>
                <a:lnTo>
                  <a:pt x="308228" y="4209"/>
                </a:lnTo>
                <a:lnTo>
                  <a:pt x="261264" y="0"/>
                </a:lnTo>
                <a:close/>
              </a:path>
            </a:pathLst>
          </a:custGeom>
          <a:solidFill>
            <a:srgbClr val="308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9">
            <a:extLst>
              <a:ext uri="{FF2B5EF4-FFF2-40B4-BE49-F238E27FC236}">
                <a16:creationId xmlns="" xmlns:a16="http://schemas.microsoft.com/office/drawing/2014/main" id="{550F5CC0-406F-AC40-877F-1194E732F0FA}"/>
              </a:ext>
            </a:extLst>
          </p:cNvPr>
          <p:cNvSpPr txBox="1"/>
          <p:nvPr/>
        </p:nvSpPr>
        <p:spPr>
          <a:xfrm>
            <a:off x="6813100" y="1002347"/>
            <a:ext cx="186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2" name="object 10">
            <a:extLst>
              <a:ext uri="{FF2B5EF4-FFF2-40B4-BE49-F238E27FC236}">
                <a16:creationId xmlns="" xmlns:a16="http://schemas.microsoft.com/office/drawing/2014/main" id="{B8F1BFED-4B1A-1947-B686-1A4E4A84E1AA}"/>
              </a:ext>
            </a:extLst>
          </p:cNvPr>
          <p:cNvSpPr txBox="1"/>
          <p:nvPr/>
        </p:nvSpPr>
        <p:spPr>
          <a:xfrm>
            <a:off x="7162800" y="5105400"/>
            <a:ext cx="4640589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800" dirty="0" smtClean="0">
                <a:cs typeface="Calibri Light" panose="020F0302020204030204" pitchFamily="34" charset="0"/>
              </a:rPr>
              <a:t>Shell is an interface to communicate with Kernal</a:t>
            </a:r>
            <a:endParaRPr sz="1800" dirty="0">
              <a:cs typeface="Calibri Light" panose="020F0302020204030204" pitchFamily="34" charset="0"/>
            </a:endParaRPr>
          </a:p>
        </p:txBody>
      </p:sp>
      <p:sp>
        <p:nvSpPr>
          <p:cNvPr id="33" name="object 11">
            <a:extLst>
              <a:ext uri="{FF2B5EF4-FFF2-40B4-BE49-F238E27FC236}">
                <a16:creationId xmlns="" xmlns:a16="http://schemas.microsoft.com/office/drawing/2014/main" id="{0AF3F410-38D8-664C-B0F8-436A98BA9D6B}"/>
              </a:ext>
            </a:extLst>
          </p:cNvPr>
          <p:cNvSpPr/>
          <p:nvPr/>
        </p:nvSpPr>
        <p:spPr>
          <a:xfrm>
            <a:off x="6652138" y="1546389"/>
            <a:ext cx="522605" cy="522605"/>
          </a:xfrm>
          <a:custGeom>
            <a:avLst/>
            <a:gdLst/>
            <a:ahLst/>
            <a:cxnLst/>
            <a:rect l="l" t="t" r="r" b="b"/>
            <a:pathLst>
              <a:path w="522604" h="522605">
                <a:moveTo>
                  <a:pt x="261264" y="0"/>
                </a:moveTo>
                <a:lnTo>
                  <a:pt x="214303" y="4209"/>
                </a:lnTo>
                <a:lnTo>
                  <a:pt x="170103" y="16346"/>
                </a:lnTo>
                <a:lnTo>
                  <a:pt x="129402" y="35671"/>
                </a:lnTo>
                <a:lnTo>
                  <a:pt x="92938" y="61448"/>
                </a:lnTo>
                <a:lnTo>
                  <a:pt x="61448" y="92938"/>
                </a:lnTo>
                <a:lnTo>
                  <a:pt x="35671" y="129402"/>
                </a:lnTo>
                <a:lnTo>
                  <a:pt x="16346" y="170103"/>
                </a:lnTo>
                <a:lnTo>
                  <a:pt x="4209" y="214303"/>
                </a:lnTo>
                <a:lnTo>
                  <a:pt x="0" y="261264"/>
                </a:lnTo>
                <a:lnTo>
                  <a:pt x="4209" y="308228"/>
                </a:lnTo>
                <a:lnTo>
                  <a:pt x="16346" y="352430"/>
                </a:lnTo>
                <a:lnTo>
                  <a:pt x="35671" y="393131"/>
                </a:lnTo>
                <a:lnTo>
                  <a:pt x="61448" y="429595"/>
                </a:lnTo>
                <a:lnTo>
                  <a:pt x="92938" y="461084"/>
                </a:lnTo>
                <a:lnTo>
                  <a:pt x="129402" y="486859"/>
                </a:lnTo>
                <a:lnTo>
                  <a:pt x="170103" y="506184"/>
                </a:lnTo>
                <a:lnTo>
                  <a:pt x="214303" y="518319"/>
                </a:lnTo>
                <a:lnTo>
                  <a:pt x="261264" y="522528"/>
                </a:lnTo>
                <a:lnTo>
                  <a:pt x="308228" y="518319"/>
                </a:lnTo>
                <a:lnTo>
                  <a:pt x="352430" y="506184"/>
                </a:lnTo>
                <a:lnTo>
                  <a:pt x="393131" y="486859"/>
                </a:lnTo>
                <a:lnTo>
                  <a:pt x="429595" y="461084"/>
                </a:lnTo>
                <a:lnTo>
                  <a:pt x="461084" y="429595"/>
                </a:lnTo>
                <a:lnTo>
                  <a:pt x="486859" y="393131"/>
                </a:lnTo>
                <a:lnTo>
                  <a:pt x="506184" y="352430"/>
                </a:lnTo>
                <a:lnTo>
                  <a:pt x="518319" y="308228"/>
                </a:lnTo>
                <a:lnTo>
                  <a:pt x="522528" y="261264"/>
                </a:lnTo>
                <a:lnTo>
                  <a:pt x="518319" y="214303"/>
                </a:lnTo>
                <a:lnTo>
                  <a:pt x="506184" y="170103"/>
                </a:lnTo>
                <a:lnTo>
                  <a:pt x="486859" y="129402"/>
                </a:lnTo>
                <a:lnTo>
                  <a:pt x="461084" y="92938"/>
                </a:lnTo>
                <a:lnTo>
                  <a:pt x="429595" y="61448"/>
                </a:lnTo>
                <a:lnTo>
                  <a:pt x="393131" y="35671"/>
                </a:lnTo>
                <a:lnTo>
                  <a:pt x="352430" y="16346"/>
                </a:lnTo>
                <a:lnTo>
                  <a:pt x="308228" y="4209"/>
                </a:lnTo>
                <a:lnTo>
                  <a:pt x="261264" y="0"/>
                </a:lnTo>
                <a:close/>
              </a:path>
            </a:pathLst>
          </a:custGeom>
          <a:solidFill>
            <a:srgbClr val="308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>
            <a:extLst>
              <a:ext uri="{FF2B5EF4-FFF2-40B4-BE49-F238E27FC236}">
                <a16:creationId xmlns="" xmlns:a16="http://schemas.microsoft.com/office/drawing/2014/main" id="{3AD04BA0-F8EA-1E47-9B0B-9C1481AC1078}"/>
              </a:ext>
            </a:extLst>
          </p:cNvPr>
          <p:cNvSpPr txBox="1"/>
          <p:nvPr/>
        </p:nvSpPr>
        <p:spPr>
          <a:xfrm>
            <a:off x="6823976" y="1612110"/>
            <a:ext cx="186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5" name="object 13">
            <a:extLst>
              <a:ext uri="{FF2B5EF4-FFF2-40B4-BE49-F238E27FC236}">
                <a16:creationId xmlns="" xmlns:a16="http://schemas.microsoft.com/office/drawing/2014/main" id="{2BFECC5F-0C1F-384F-A174-91C736D93F8B}"/>
              </a:ext>
            </a:extLst>
          </p:cNvPr>
          <p:cNvSpPr txBox="1"/>
          <p:nvPr/>
        </p:nvSpPr>
        <p:spPr>
          <a:xfrm>
            <a:off x="7162800" y="1676400"/>
            <a:ext cx="4697856" cy="17389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800" dirty="0" smtClean="0">
                <a:cs typeface="Calibri Light" panose="020F0302020204030204" pitchFamily="34" charset="0"/>
              </a:rPr>
              <a:t>Kernal’s</a:t>
            </a:r>
            <a:r>
              <a:rPr lang="en-US" dirty="0" smtClean="0">
                <a:cs typeface="Calibri Light" panose="020F0302020204030204" pitchFamily="34" charset="0"/>
              </a:rPr>
              <a:t> Responsibility:</a:t>
            </a:r>
          </a:p>
          <a:p>
            <a:pPr marL="469900" lvl="1">
              <a:spcBef>
                <a:spcPts val="100"/>
              </a:spcBef>
              <a:buFont typeface="Arial" pitchFamily="34" charset="0"/>
              <a:buChar char="•"/>
            </a:pPr>
            <a:r>
              <a:rPr lang="en-US" dirty="0" smtClean="0">
                <a:cs typeface="Calibri Light" panose="020F0302020204030204" pitchFamily="34" charset="0"/>
              </a:rPr>
              <a:t>Process Management</a:t>
            </a:r>
          </a:p>
          <a:p>
            <a:pPr marL="469900" lvl="1">
              <a:spcBef>
                <a:spcPts val="100"/>
              </a:spcBef>
              <a:buFont typeface="Arial" pitchFamily="34" charset="0"/>
              <a:buChar char="•"/>
            </a:pPr>
            <a:r>
              <a:rPr lang="en-US" dirty="0" smtClean="0">
                <a:cs typeface="Calibri Light" panose="020F0302020204030204" pitchFamily="34" charset="0"/>
              </a:rPr>
              <a:t>Memory Management</a:t>
            </a:r>
          </a:p>
          <a:p>
            <a:pPr marL="469900" lvl="1">
              <a:spcBef>
                <a:spcPts val="100"/>
              </a:spcBef>
              <a:buFont typeface="Arial" pitchFamily="34" charset="0"/>
              <a:buChar char="•"/>
            </a:pPr>
            <a:r>
              <a:rPr lang="en-US" dirty="0" smtClean="0">
                <a:cs typeface="Calibri Light" panose="020F0302020204030204" pitchFamily="34" charset="0"/>
              </a:rPr>
              <a:t>Device Management</a:t>
            </a:r>
          </a:p>
          <a:p>
            <a:pPr marL="469900" lvl="1">
              <a:spcBef>
                <a:spcPts val="100"/>
              </a:spcBef>
              <a:buFont typeface="Arial" pitchFamily="34" charset="0"/>
              <a:buChar char="•"/>
            </a:pPr>
            <a:r>
              <a:rPr lang="en-US" dirty="0" smtClean="0">
                <a:cs typeface="Calibri Light" panose="020F0302020204030204" pitchFamily="34" charset="0"/>
              </a:rPr>
              <a:t>Interrupt Handling	</a:t>
            </a:r>
          </a:p>
          <a:p>
            <a:pPr marL="469900" lvl="1">
              <a:spcBef>
                <a:spcPts val="100"/>
              </a:spcBef>
              <a:buFont typeface="Arial" pitchFamily="34" charset="0"/>
              <a:buChar char="•"/>
            </a:pPr>
            <a:r>
              <a:rPr lang="en-US" dirty="0" smtClean="0">
                <a:cs typeface="Calibri Light" panose="020F0302020204030204" pitchFamily="34" charset="0"/>
              </a:rPr>
              <a:t>I/O Communication</a:t>
            </a:r>
            <a:endParaRPr dirty="0">
              <a:cs typeface="Calibri Light" panose="020F0302020204030204" pitchFamily="34" charset="0"/>
            </a:endParaRPr>
          </a:p>
        </p:txBody>
      </p:sp>
      <p:sp>
        <p:nvSpPr>
          <p:cNvPr id="36" name="object 14">
            <a:extLst>
              <a:ext uri="{FF2B5EF4-FFF2-40B4-BE49-F238E27FC236}">
                <a16:creationId xmlns="" xmlns:a16="http://schemas.microsoft.com/office/drawing/2014/main" id="{DE6F77D5-D55B-CE4E-B71D-76BC5F1ED601}"/>
              </a:ext>
            </a:extLst>
          </p:cNvPr>
          <p:cNvSpPr/>
          <p:nvPr/>
        </p:nvSpPr>
        <p:spPr>
          <a:xfrm>
            <a:off x="6610274" y="4976056"/>
            <a:ext cx="541731" cy="522605"/>
          </a:xfrm>
          <a:custGeom>
            <a:avLst/>
            <a:gdLst/>
            <a:ahLst/>
            <a:cxnLst/>
            <a:rect l="l" t="t" r="r" b="b"/>
            <a:pathLst>
              <a:path w="522604" h="522604">
                <a:moveTo>
                  <a:pt x="261264" y="0"/>
                </a:moveTo>
                <a:lnTo>
                  <a:pt x="214303" y="4209"/>
                </a:lnTo>
                <a:lnTo>
                  <a:pt x="170103" y="16346"/>
                </a:lnTo>
                <a:lnTo>
                  <a:pt x="129402" y="35671"/>
                </a:lnTo>
                <a:lnTo>
                  <a:pt x="92938" y="61448"/>
                </a:lnTo>
                <a:lnTo>
                  <a:pt x="61448" y="92938"/>
                </a:lnTo>
                <a:lnTo>
                  <a:pt x="35671" y="129402"/>
                </a:lnTo>
                <a:lnTo>
                  <a:pt x="16346" y="170103"/>
                </a:lnTo>
                <a:lnTo>
                  <a:pt x="4209" y="214303"/>
                </a:lnTo>
                <a:lnTo>
                  <a:pt x="0" y="261264"/>
                </a:lnTo>
                <a:lnTo>
                  <a:pt x="4209" y="308228"/>
                </a:lnTo>
                <a:lnTo>
                  <a:pt x="16346" y="352430"/>
                </a:lnTo>
                <a:lnTo>
                  <a:pt x="35671" y="393131"/>
                </a:lnTo>
                <a:lnTo>
                  <a:pt x="61448" y="429595"/>
                </a:lnTo>
                <a:lnTo>
                  <a:pt x="92938" y="461084"/>
                </a:lnTo>
                <a:lnTo>
                  <a:pt x="129402" y="486859"/>
                </a:lnTo>
                <a:lnTo>
                  <a:pt x="170103" y="506184"/>
                </a:lnTo>
                <a:lnTo>
                  <a:pt x="214303" y="518319"/>
                </a:lnTo>
                <a:lnTo>
                  <a:pt x="261264" y="522528"/>
                </a:lnTo>
                <a:lnTo>
                  <a:pt x="308228" y="518319"/>
                </a:lnTo>
                <a:lnTo>
                  <a:pt x="352430" y="506184"/>
                </a:lnTo>
                <a:lnTo>
                  <a:pt x="393131" y="486859"/>
                </a:lnTo>
                <a:lnTo>
                  <a:pt x="429595" y="461084"/>
                </a:lnTo>
                <a:lnTo>
                  <a:pt x="461084" y="429595"/>
                </a:lnTo>
                <a:lnTo>
                  <a:pt x="486859" y="393131"/>
                </a:lnTo>
                <a:lnTo>
                  <a:pt x="506184" y="352430"/>
                </a:lnTo>
                <a:lnTo>
                  <a:pt x="518319" y="308228"/>
                </a:lnTo>
                <a:lnTo>
                  <a:pt x="522528" y="261264"/>
                </a:lnTo>
                <a:lnTo>
                  <a:pt x="518319" y="214303"/>
                </a:lnTo>
                <a:lnTo>
                  <a:pt x="506184" y="170103"/>
                </a:lnTo>
                <a:lnTo>
                  <a:pt x="486859" y="129402"/>
                </a:lnTo>
                <a:lnTo>
                  <a:pt x="461084" y="92938"/>
                </a:lnTo>
                <a:lnTo>
                  <a:pt x="429595" y="61448"/>
                </a:lnTo>
                <a:lnTo>
                  <a:pt x="393131" y="35671"/>
                </a:lnTo>
                <a:lnTo>
                  <a:pt x="352430" y="16346"/>
                </a:lnTo>
                <a:lnTo>
                  <a:pt x="308228" y="4209"/>
                </a:lnTo>
                <a:lnTo>
                  <a:pt x="261264" y="0"/>
                </a:lnTo>
                <a:close/>
              </a:path>
            </a:pathLst>
          </a:custGeom>
          <a:solidFill>
            <a:srgbClr val="308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>
            <a:extLst>
              <a:ext uri="{FF2B5EF4-FFF2-40B4-BE49-F238E27FC236}">
                <a16:creationId xmlns="" xmlns:a16="http://schemas.microsoft.com/office/drawing/2014/main" id="{B65A618F-F32C-DC41-B875-89A9D4C012F2}"/>
              </a:ext>
            </a:extLst>
          </p:cNvPr>
          <p:cNvSpPr txBox="1"/>
          <p:nvPr/>
        </p:nvSpPr>
        <p:spPr>
          <a:xfrm>
            <a:off x="6799414" y="5041778"/>
            <a:ext cx="186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9" name="object 17">
            <a:extLst>
              <a:ext uri="{FF2B5EF4-FFF2-40B4-BE49-F238E27FC236}">
                <a16:creationId xmlns="" xmlns:a16="http://schemas.microsoft.com/office/drawing/2014/main" id="{4AE0665E-150A-6D46-AAF4-B47EF1D5FA59}"/>
              </a:ext>
            </a:extLst>
          </p:cNvPr>
          <p:cNvSpPr/>
          <p:nvPr/>
        </p:nvSpPr>
        <p:spPr>
          <a:xfrm>
            <a:off x="6629400" y="5574128"/>
            <a:ext cx="522605" cy="522605"/>
          </a:xfrm>
          <a:custGeom>
            <a:avLst/>
            <a:gdLst/>
            <a:ahLst/>
            <a:cxnLst/>
            <a:rect l="l" t="t" r="r" b="b"/>
            <a:pathLst>
              <a:path w="522604" h="522604">
                <a:moveTo>
                  <a:pt x="261264" y="0"/>
                </a:moveTo>
                <a:lnTo>
                  <a:pt x="214303" y="4209"/>
                </a:lnTo>
                <a:lnTo>
                  <a:pt x="170103" y="16346"/>
                </a:lnTo>
                <a:lnTo>
                  <a:pt x="129402" y="35671"/>
                </a:lnTo>
                <a:lnTo>
                  <a:pt x="92938" y="61448"/>
                </a:lnTo>
                <a:lnTo>
                  <a:pt x="61448" y="92938"/>
                </a:lnTo>
                <a:lnTo>
                  <a:pt x="35671" y="129402"/>
                </a:lnTo>
                <a:lnTo>
                  <a:pt x="16346" y="170103"/>
                </a:lnTo>
                <a:lnTo>
                  <a:pt x="4209" y="214303"/>
                </a:lnTo>
                <a:lnTo>
                  <a:pt x="0" y="261264"/>
                </a:lnTo>
                <a:lnTo>
                  <a:pt x="4209" y="308228"/>
                </a:lnTo>
                <a:lnTo>
                  <a:pt x="16346" y="352430"/>
                </a:lnTo>
                <a:lnTo>
                  <a:pt x="35671" y="393131"/>
                </a:lnTo>
                <a:lnTo>
                  <a:pt x="61448" y="429595"/>
                </a:lnTo>
                <a:lnTo>
                  <a:pt x="92938" y="461084"/>
                </a:lnTo>
                <a:lnTo>
                  <a:pt x="129402" y="486859"/>
                </a:lnTo>
                <a:lnTo>
                  <a:pt x="170103" y="506184"/>
                </a:lnTo>
                <a:lnTo>
                  <a:pt x="214303" y="518319"/>
                </a:lnTo>
                <a:lnTo>
                  <a:pt x="261264" y="522528"/>
                </a:lnTo>
                <a:lnTo>
                  <a:pt x="308228" y="518319"/>
                </a:lnTo>
                <a:lnTo>
                  <a:pt x="352430" y="506184"/>
                </a:lnTo>
                <a:lnTo>
                  <a:pt x="393131" y="486859"/>
                </a:lnTo>
                <a:lnTo>
                  <a:pt x="429595" y="461084"/>
                </a:lnTo>
                <a:lnTo>
                  <a:pt x="461084" y="429595"/>
                </a:lnTo>
                <a:lnTo>
                  <a:pt x="486859" y="393131"/>
                </a:lnTo>
                <a:lnTo>
                  <a:pt x="506184" y="352430"/>
                </a:lnTo>
                <a:lnTo>
                  <a:pt x="518319" y="308228"/>
                </a:lnTo>
                <a:lnTo>
                  <a:pt x="522528" y="261264"/>
                </a:lnTo>
                <a:lnTo>
                  <a:pt x="518319" y="214303"/>
                </a:lnTo>
                <a:lnTo>
                  <a:pt x="506184" y="170103"/>
                </a:lnTo>
                <a:lnTo>
                  <a:pt x="486859" y="129402"/>
                </a:lnTo>
                <a:lnTo>
                  <a:pt x="461084" y="92938"/>
                </a:lnTo>
                <a:lnTo>
                  <a:pt x="429595" y="61448"/>
                </a:lnTo>
                <a:lnTo>
                  <a:pt x="393131" y="35671"/>
                </a:lnTo>
                <a:lnTo>
                  <a:pt x="352430" y="16346"/>
                </a:lnTo>
                <a:lnTo>
                  <a:pt x="308228" y="4209"/>
                </a:lnTo>
                <a:lnTo>
                  <a:pt x="261264" y="0"/>
                </a:lnTo>
                <a:close/>
              </a:path>
            </a:pathLst>
          </a:custGeom>
          <a:solidFill>
            <a:srgbClr val="308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>
            <a:extLst>
              <a:ext uri="{FF2B5EF4-FFF2-40B4-BE49-F238E27FC236}">
                <a16:creationId xmlns="" xmlns:a16="http://schemas.microsoft.com/office/drawing/2014/main" id="{27929CE9-D2FC-5E47-86D7-7878CFFB6286}"/>
              </a:ext>
            </a:extLst>
          </p:cNvPr>
          <p:cNvSpPr txBox="1"/>
          <p:nvPr/>
        </p:nvSpPr>
        <p:spPr>
          <a:xfrm>
            <a:off x="6796962" y="5640860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6" name="object 10">
            <a:extLst>
              <a:ext uri="{FF2B5EF4-FFF2-40B4-BE49-F238E27FC236}">
                <a16:creationId xmlns="" xmlns:a16="http://schemas.microsoft.com/office/drawing/2014/main" id="{B8F1BFED-4B1A-1947-B686-1A4E4A84E1AA}"/>
              </a:ext>
            </a:extLst>
          </p:cNvPr>
          <p:cNvSpPr txBox="1"/>
          <p:nvPr/>
        </p:nvSpPr>
        <p:spPr>
          <a:xfrm>
            <a:off x="7162800" y="5638800"/>
            <a:ext cx="4640589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800" dirty="0" smtClean="0">
                <a:cs typeface="Calibri Light" panose="020F0302020204030204" pitchFamily="34" charset="0"/>
              </a:rPr>
              <a:t>Shell is CLI based interface</a:t>
            </a:r>
            <a:endParaRPr sz="1800" dirty="0">
              <a:cs typeface="Calibri Light" panose="020F0302020204030204" pitchFamily="34" charset="0"/>
            </a:endParaRPr>
          </a:p>
        </p:txBody>
      </p:sp>
      <p:sp>
        <p:nvSpPr>
          <p:cNvPr id="50" name="Up Arrow 49"/>
          <p:cNvSpPr/>
          <p:nvPr/>
        </p:nvSpPr>
        <p:spPr>
          <a:xfrm>
            <a:off x="8610600" y="3505200"/>
            <a:ext cx="685800" cy="1371600"/>
          </a:xfrm>
          <a:prstGeom prst="up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5890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14400" y="1828800"/>
            <a:ext cx="4876800" cy="441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2">
            <a:extLst>
              <a:ext uri="{FF2B5EF4-FFF2-40B4-BE49-F238E27FC236}">
                <a16:creationId xmlns="" xmlns:a16="http://schemas.microsoft.com/office/drawing/2014/main" id="{22E45262-4502-F642-9F52-AC7FDD509CAD}"/>
              </a:ext>
            </a:extLst>
          </p:cNvPr>
          <p:cNvSpPr txBox="1">
            <a:spLocks/>
          </p:cNvSpPr>
          <p:nvPr/>
        </p:nvSpPr>
        <p:spPr>
          <a:xfrm>
            <a:off x="921424" y="239367"/>
            <a:ext cx="989897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kern="0" dirty="0" smtClean="0">
                <a:solidFill>
                  <a:srgbClr val="2E8BF1"/>
                </a:solidFill>
                <a:latin typeface="Bahnschrift Light Condensed" panose="020B0502040204020203" pitchFamily="34" charset="0"/>
              </a:rPr>
              <a:t>SHELLS</a:t>
            </a:r>
            <a:endParaRPr lang="en-IN" sz="4400" b="1" kern="0" dirty="0">
              <a:solidFill>
                <a:srgbClr val="2E8BF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="" xmlns:a16="http://schemas.microsoft.com/office/drawing/2014/main" id="{59E64862-1C5F-124F-8BB6-1A29383B0ECA}"/>
              </a:ext>
            </a:extLst>
          </p:cNvPr>
          <p:cNvSpPr txBox="1"/>
          <p:nvPr/>
        </p:nvSpPr>
        <p:spPr>
          <a:xfrm>
            <a:off x="914400" y="914400"/>
            <a:ext cx="989897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lang="en-US" sz="4000" u="sng" kern="0" spc="-5" dirty="0" smtClean="0">
                <a:solidFill>
                  <a:srgbClr val="414042"/>
                </a:solidFill>
                <a:latin typeface="Bahnschrift Light Condensed" panose="020B0502040204020203" pitchFamily="34" charset="0"/>
                <a:ea typeface="+mj-ea"/>
              </a:rPr>
              <a:t>There are many types of shells present today.  </a:t>
            </a:r>
            <a:endParaRPr sz="4000" u="sng" kern="0" spc="-5" dirty="0">
              <a:solidFill>
                <a:srgbClr val="414042"/>
              </a:solidFill>
              <a:latin typeface="Bahnschrift Light Condensed" panose="020B0502040204020203" pitchFamily="34" charset="0"/>
              <a:ea typeface="+mj-e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573000" y="2133600"/>
          <a:ext cx="1315434" cy="929640"/>
        </p:xfrm>
        <a:graphic>
          <a:graphicData uri="http://schemas.openxmlformats.org/drawingml/2006/table">
            <a:tbl>
              <a:tblPr/>
              <a:tblGrid>
                <a:gridCol w="1315434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0" y="2590800"/>
          <a:ext cx="6812565" cy="2225040"/>
        </p:xfrm>
        <a:graphic>
          <a:graphicData uri="http://schemas.openxmlformats.org/drawingml/2006/table">
            <a:tbl>
              <a:tblPr/>
              <a:tblGrid>
                <a:gridCol w="2270855"/>
                <a:gridCol w="2270855"/>
                <a:gridCol w="2270855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76400" y="2362200"/>
            <a:ext cx="3581400" cy="3724096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fontAlgn="ctr">
              <a:buFont typeface="Arial" pitchFamily="34" charset="0"/>
              <a:buChar char="•"/>
            </a:pPr>
            <a:endParaRPr lang="en-US" sz="2000" dirty="0" smtClean="0"/>
          </a:p>
          <a:p>
            <a:pPr fontAlgn="ctr">
              <a:buFont typeface="Arial" pitchFamily="34" charset="0"/>
              <a:buChar char="•"/>
            </a:pPr>
            <a:r>
              <a:rPr lang="en-US" sz="2000" dirty="0" smtClean="0"/>
              <a:t>Bourne shell (sh)</a:t>
            </a:r>
          </a:p>
          <a:p>
            <a:pPr fontAlgn="ctr"/>
            <a:endParaRPr lang="en-US" sz="2000" dirty="0" smtClean="0"/>
          </a:p>
          <a:p>
            <a:pPr fontAlgn="ctr">
              <a:buFont typeface="Arial" pitchFamily="34" charset="0"/>
              <a:buChar char="•"/>
            </a:pPr>
            <a:r>
              <a:rPr lang="en-US" sz="2000" dirty="0" smtClean="0"/>
              <a:t>C shell (csh)</a:t>
            </a:r>
          </a:p>
          <a:p>
            <a:pPr fontAlgn="ctr">
              <a:buFont typeface="Arial" pitchFamily="34" charset="0"/>
              <a:buChar char="•"/>
            </a:pPr>
            <a:endParaRPr lang="en-US" sz="2000" dirty="0" smtClean="0"/>
          </a:p>
          <a:p>
            <a:pPr fontAlgn="ctr">
              <a:buFont typeface="Arial" pitchFamily="34" charset="0"/>
              <a:buChar char="•"/>
            </a:pPr>
            <a:r>
              <a:rPr lang="en-US" sz="2000" dirty="0" smtClean="0"/>
              <a:t>Korn shell (ksh)</a:t>
            </a:r>
          </a:p>
          <a:p>
            <a:pPr fontAlgn="ctr">
              <a:buFont typeface="Arial" pitchFamily="34" charset="0"/>
              <a:buChar char="•"/>
            </a:pPr>
            <a:endParaRPr lang="en-US" sz="2000" dirty="0" smtClean="0"/>
          </a:p>
          <a:p>
            <a:pPr fontAlgn="ctr">
              <a:buFont typeface="Arial" pitchFamily="34" charset="0"/>
              <a:buChar char="•"/>
            </a:pPr>
            <a:r>
              <a:rPr lang="en-US" sz="2000" dirty="0" smtClean="0"/>
              <a:t>Z Shell (zsh)</a:t>
            </a:r>
          </a:p>
          <a:p>
            <a:pPr fontAlgn="ctr">
              <a:buFont typeface="Arial" pitchFamily="34" charset="0"/>
              <a:buChar char="•"/>
            </a:pPr>
            <a:endParaRPr lang="en-US" sz="2000" dirty="0" smtClean="0"/>
          </a:p>
          <a:p>
            <a:pPr fontAlgn="ctr">
              <a:buFont typeface="Arial" pitchFamily="34" charset="0"/>
              <a:buChar char="•"/>
            </a:pPr>
            <a:r>
              <a:rPr lang="en-US" sz="2000" dirty="0" smtClean="0"/>
              <a:t>GNU Bourne-Again shell </a:t>
            </a:r>
          </a:p>
          <a:p>
            <a:pPr fontAlgn="ctr">
              <a:buFont typeface="Arial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95400" y="1905000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Different Types of Shells</a:t>
            </a:r>
            <a:endParaRPr lang="en-US" sz="2800" dirty="0"/>
          </a:p>
        </p:txBody>
      </p:sp>
      <p:pic>
        <p:nvPicPr>
          <p:cNvPr id="3074" name="Picture 2" descr="C:\Users\DAVID\Desktop\dedeeedededed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2057400"/>
            <a:ext cx="6248400" cy="3810000"/>
          </a:xfrm>
          <a:prstGeom prst="rect">
            <a:avLst/>
          </a:prstGeom>
          <a:noFill/>
          <a:ln w="57150">
            <a:solidFill>
              <a:srgbClr val="92D050"/>
            </a:solidFill>
          </a:ln>
          <a:scene3d>
            <a:camera prst="perspectiveRight"/>
            <a:lightRig rig="threePt" dir="t"/>
          </a:scene3d>
        </p:spPr>
      </p:pic>
    </p:spTree>
    <p:extLst>
      <p:ext uri="{BB962C8B-B14F-4D97-AF65-F5344CB8AC3E}">
        <p14:creationId xmlns="" xmlns:p14="http://schemas.microsoft.com/office/powerpoint/2010/main" val="321033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Document 43"/>
          <p:cNvSpPr/>
          <p:nvPr/>
        </p:nvSpPr>
        <p:spPr>
          <a:xfrm>
            <a:off x="1752600" y="1143000"/>
            <a:ext cx="9067800" cy="5181600"/>
          </a:xfrm>
          <a:prstGeom prst="flowChartDocument">
            <a:avLst/>
          </a:prstGeom>
          <a:solidFill>
            <a:schemeClr val="bg1">
              <a:lumMod val="85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2">
            <a:extLst>
              <a:ext uri="{FF2B5EF4-FFF2-40B4-BE49-F238E27FC236}">
                <a16:creationId xmlns="" xmlns:a16="http://schemas.microsoft.com/office/drawing/2014/main" id="{22E45262-4502-F642-9F52-AC7FDD509CAD}"/>
              </a:ext>
            </a:extLst>
          </p:cNvPr>
          <p:cNvSpPr txBox="1">
            <a:spLocks/>
          </p:cNvSpPr>
          <p:nvPr/>
        </p:nvSpPr>
        <p:spPr>
          <a:xfrm>
            <a:off x="921424" y="239367"/>
            <a:ext cx="989897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kern="0" dirty="0" smtClean="0">
                <a:solidFill>
                  <a:srgbClr val="2E8BF1"/>
                </a:solidFill>
                <a:latin typeface="Bahnschrift Light Condensed" panose="020B0502040204020203" pitchFamily="34" charset="0"/>
              </a:rPr>
              <a:t>BASH</a:t>
            </a:r>
            <a:endParaRPr lang="en-IN" sz="4400" b="1" kern="0" dirty="0">
              <a:solidFill>
                <a:srgbClr val="2E8BF1"/>
              </a:solidFill>
              <a:latin typeface="Bahnschrift Light Condensed" panose="020B0502040204020203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573000" y="2133600"/>
          <a:ext cx="1315434" cy="929640"/>
        </p:xfrm>
        <a:graphic>
          <a:graphicData uri="http://schemas.openxmlformats.org/drawingml/2006/table">
            <a:tbl>
              <a:tblPr/>
              <a:tblGrid>
                <a:gridCol w="1315434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0" y="2590800"/>
          <a:ext cx="6812565" cy="2225040"/>
        </p:xfrm>
        <a:graphic>
          <a:graphicData uri="http://schemas.openxmlformats.org/drawingml/2006/table">
            <a:tbl>
              <a:tblPr/>
              <a:tblGrid>
                <a:gridCol w="2270855"/>
                <a:gridCol w="2270855"/>
                <a:gridCol w="2270855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057400" y="1447800"/>
            <a:ext cx="41148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MASTER BEHIND GIT BASH 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6553200" y="1447800"/>
            <a:ext cx="2286000" cy="52322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Linus Torvalds </a:t>
            </a:r>
            <a:endParaRPr lang="en-US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6553200" y="2209800"/>
            <a:ext cx="1066800" cy="52322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2005</a:t>
            </a:r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6553200" y="2971800"/>
            <a:ext cx="3048000" cy="52322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Bourne-Again shell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6553200" y="4572000"/>
            <a:ext cx="2590800" cy="52322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Emulation layer                     </a:t>
            </a:r>
            <a:endParaRPr lang="en-US" sz="2800" dirty="0"/>
          </a:p>
        </p:txBody>
      </p:sp>
      <p:sp>
        <p:nvSpPr>
          <p:cNvPr id="27" name="TextBox 26"/>
          <p:cNvSpPr txBox="1"/>
          <p:nvPr/>
        </p:nvSpPr>
        <p:spPr>
          <a:xfrm>
            <a:off x="3581400" y="2209800"/>
            <a:ext cx="25908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INITIAL RELEASE                     </a:t>
            </a:r>
            <a:endParaRPr lang="en-US" sz="2800" dirty="0"/>
          </a:p>
        </p:txBody>
      </p:sp>
      <p:sp>
        <p:nvSpPr>
          <p:cNvPr id="28" name="TextBox 27"/>
          <p:cNvSpPr txBox="1"/>
          <p:nvPr/>
        </p:nvSpPr>
        <p:spPr>
          <a:xfrm>
            <a:off x="3581400" y="2971800"/>
            <a:ext cx="25908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ABBREVIATION                     </a:t>
            </a:r>
            <a:endParaRPr lang="en-US" sz="2800" dirty="0"/>
          </a:p>
        </p:txBody>
      </p:sp>
      <p:sp>
        <p:nvSpPr>
          <p:cNvPr id="29" name="TextBox 28"/>
          <p:cNvSpPr txBox="1"/>
          <p:nvPr/>
        </p:nvSpPr>
        <p:spPr>
          <a:xfrm>
            <a:off x="3962400" y="3810000"/>
            <a:ext cx="22098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DEFAULT OS                     </a:t>
            </a:r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4953000" y="4572000"/>
            <a:ext cx="12192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LAYER                     </a:t>
            </a:r>
            <a:endParaRPr lang="en-US" sz="2800" dirty="0"/>
          </a:p>
        </p:txBody>
      </p:sp>
      <p:sp>
        <p:nvSpPr>
          <p:cNvPr id="32" name="TextBox 31"/>
          <p:cNvSpPr txBox="1"/>
          <p:nvPr/>
        </p:nvSpPr>
        <p:spPr>
          <a:xfrm>
            <a:off x="6553200" y="3810000"/>
            <a:ext cx="1066800" cy="52322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Linux</a:t>
            </a:r>
            <a:endParaRPr lang="en-US" sz="2800" dirty="0"/>
          </a:p>
        </p:txBody>
      </p:sp>
      <p:sp>
        <p:nvSpPr>
          <p:cNvPr id="43" name="TextBox 42"/>
          <p:cNvSpPr txBox="1"/>
          <p:nvPr/>
        </p:nvSpPr>
        <p:spPr>
          <a:xfrm>
            <a:off x="7543800" y="5867400"/>
            <a:ext cx="4800600" cy="523220"/>
          </a:xfrm>
          <a:prstGeom prst="rect">
            <a:avLst/>
          </a:prstGeom>
          <a:noFill/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Bahnschrift SemiLight Condensed" pitchFamily="34" charset="0"/>
              </a:rPr>
              <a:t>https://git-scm.com/downloads</a:t>
            </a:r>
            <a:endParaRPr lang="en-US" sz="2800" u="sng" dirty="0">
              <a:latin typeface="Bahnschrift SemiLight Condensed" pitchFamily="34" charset="0"/>
            </a:endParaRPr>
          </a:p>
        </p:txBody>
      </p:sp>
      <p:pic>
        <p:nvPicPr>
          <p:cNvPr id="2050" name="Picture 2" descr="C:\Users\DAVID\Desktop\lin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72800" y="5335954"/>
            <a:ext cx="1413329" cy="15220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1033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="" xmlns:a16="http://schemas.microsoft.com/office/drawing/2014/main" id="{22E45262-4502-F642-9F52-AC7FDD509CAD}"/>
              </a:ext>
            </a:extLst>
          </p:cNvPr>
          <p:cNvSpPr txBox="1">
            <a:spLocks/>
          </p:cNvSpPr>
          <p:nvPr/>
        </p:nvSpPr>
        <p:spPr>
          <a:xfrm>
            <a:off x="921424" y="239367"/>
            <a:ext cx="989897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kern="0" dirty="0" smtClean="0">
                <a:solidFill>
                  <a:srgbClr val="2E8BF1"/>
                </a:solidFill>
                <a:latin typeface="Bahnschrift Light Condensed" panose="020B0502040204020203" pitchFamily="34" charset="0"/>
              </a:rPr>
              <a:t>STAGES IN CREATING REPOSITORY</a:t>
            </a:r>
            <a:endParaRPr lang="en-IN" sz="4400" b="1" kern="0" dirty="0">
              <a:solidFill>
                <a:srgbClr val="2E8BF1"/>
              </a:solidFill>
              <a:latin typeface="Bahnschrift Light Condensed" panose="020B0502040204020203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573000" y="2133600"/>
          <a:ext cx="1315434" cy="929640"/>
        </p:xfrm>
        <a:graphic>
          <a:graphicData uri="http://schemas.openxmlformats.org/drawingml/2006/table">
            <a:tbl>
              <a:tblPr/>
              <a:tblGrid>
                <a:gridCol w="1315434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0" y="2590800"/>
          <a:ext cx="6812565" cy="2225040"/>
        </p:xfrm>
        <a:graphic>
          <a:graphicData uri="http://schemas.openxmlformats.org/drawingml/2006/table">
            <a:tbl>
              <a:tblPr/>
              <a:tblGrid>
                <a:gridCol w="2270855"/>
                <a:gridCol w="2270855"/>
                <a:gridCol w="2270855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1027" name="Picture 3" descr="C:\Users\DAVID\Desktop\cap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971800"/>
            <a:ext cx="1905000" cy="2253226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</p:pic>
      <p:pic>
        <p:nvPicPr>
          <p:cNvPr id="13" name="Picture 3" descr="C:\Users\DAVID\Desktop\cap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2590800"/>
            <a:ext cx="2209800" cy="2613742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</a:ln>
        </p:spPr>
      </p:pic>
      <p:pic>
        <p:nvPicPr>
          <p:cNvPr id="15" name="Picture 3" descr="C:\Users\DAVID\Desktop\cap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53400" y="1447800"/>
            <a:ext cx="3200400" cy="3785419"/>
          </a:xfrm>
          <a:prstGeom prst="rect">
            <a:avLst/>
          </a:prstGeom>
          <a:noFill/>
          <a:ln w="76200">
            <a:solidFill>
              <a:schemeClr val="bg1">
                <a:lumMod val="50000"/>
              </a:schemeClr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295400" y="5562600"/>
            <a:ext cx="246432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WORKING DIRECTORY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953000" y="5562600"/>
            <a:ext cx="172145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STAGING AREA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9220200" y="5562600"/>
            <a:ext cx="14478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REPOSITORY</a:t>
            </a:r>
            <a:endParaRPr lang="en-US" b="1" dirty="0"/>
          </a:p>
        </p:txBody>
      </p:sp>
      <p:sp>
        <p:nvSpPr>
          <p:cNvPr id="27" name="Right Arrow 26"/>
          <p:cNvSpPr/>
          <p:nvPr/>
        </p:nvSpPr>
        <p:spPr>
          <a:xfrm>
            <a:off x="3429000" y="3733800"/>
            <a:ext cx="990600" cy="609600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ADD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6781800" y="3069770"/>
            <a:ext cx="1295400" cy="892629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COMMIT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3" descr="C:\Users\DAVID\Desktop\man-climbing-stairs-icon-simple-flat-style-vector-22845501 copy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4191000"/>
            <a:ext cx="1230148" cy="1328817"/>
          </a:xfrm>
          <a:prstGeom prst="rect">
            <a:avLst/>
          </a:prstGeom>
          <a:noFill/>
        </p:spPr>
      </p:pic>
      <p:pic>
        <p:nvPicPr>
          <p:cNvPr id="18" name="Picture 3" descr="C:\Users\DAVID\Desktop\man-climbing-stairs-icon-simple-flat-style-vector-22845501 copy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4038600"/>
            <a:ext cx="1230148" cy="13288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1033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="" xmlns:a16="http://schemas.microsoft.com/office/drawing/2014/main" id="{22E45262-4502-F642-9F52-AC7FDD509CAD}"/>
              </a:ext>
            </a:extLst>
          </p:cNvPr>
          <p:cNvSpPr txBox="1">
            <a:spLocks/>
          </p:cNvSpPr>
          <p:nvPr/>
        </p:nvSpPr>
        <p:spPr>
          <a:xfrm>
            <a:off x="921424" y="239367"/>
            <a:ext cx="989897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kern="0" dirty="0" smtClean="0">
                <a:solidFill>
                  <a:srgbClr val="2E8BF1"/>
                </a:solidFill>
                <a:latin typeface="Bahnschrift Light Condensed" panose="020B0502040204020203" pitchFamily="34" charset="0"/>
              </a:rPr>
              <a:t>BASIC BASH COMMANDS</a:t>
            </a:r>
            <a:endParaRPr lang="en-IN" sz="4400" b="1" kern="0" dirty="0">
              <a:solidFill>
                <a:srgbClr val="2E8BF1"/>
              </a:solidFill>
              <a:latin typeface="Bahnschrift Light Condensed" panose="020B0502040204020203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573000" y="2133600"/>
          <a:ext cx="1315434" cy="929640"/>
        </p:xfrm>
        <a:graphic>
          <a:graphicData uri="http://schemas.openxmlformats.org/drawingml/2006/table">
            <a:tbl>
              <a:tblPr/>
              <a:tblGrid>
                <a:gridCol w="1315434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0" y="2590800"/>
          <a:ext cx="6812565" cy="2225040"/>
        </p:xfrm>
        <a:graphic>
          <a:graphicData uri="http://schemas.openxmlformats.org/drawingml/2006/table">
            <a:tbl>
              <a:tblPr/>
              <a:tblGrid>
                <a:gridCol w="2270855"/>
                <a:gridCol w="2270855"/>
                <a:gridCol w="2270855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133600" y="1752600"/>
          <a:ext cx="8128000" cy="2971800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1485900"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r>
                        <a:rPr lang="en-US" sz="2000" b="1" i="1" dirty="0" err="1" smtClean="0"/>
                        <a:t>pwd</a:t>
                      </a:r>
                      <a:endParaRPr lang="en-US" sz="2000" b="1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r>
                        <a:rPr lang="en-US" sz="2000" b="1" i="1" dirty="0" err="1" smtClean="0"/>
                        <a:t>cd</a:t>
                      </a:r>
                      <a:r>
                        <a:rPr lang="en-US" sz="2000" b="1" i="1" dirty="0" smtClean="0"/>
                        <a:t> /d</a:t>
                      </a:r>
                      <a:endParaRPr lang="en-US" sz="2000" b="1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r>
                        <a:rPr lang="en-US" sz="2000" b="1" i="1" dirty="0" err="1" smtClean="0"/>
                        <a:t>ls</a:t>
                      </a:r>
                      <a:endParaRPr lang="en-US" sz="2000" b="1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r>
                        <a:rPr lang="en-US" sz="2000" b="1" i="1" dirty="0" err="1" smtClean="0"/>
                        <a:t>cd</a:t>
                      </a:r>
                      <a:r>
                        <a:rPr lang="en-US" sz="2000" b="1" i="1" dirty="0" smtClean="0"/>
                        <a:t> ..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endParaRPr lang="en-US" sz="2000" b="1" i="1" dirty="0" smtClean="0"/>
                    </a:p>
                    <a:p>
                      <a:pPr algn="ctr"/>
                      <a:r>
                        <a:rPr lang="en-US" sz="2000" b="1" i="1" dirty="0" err="1" smtClean="0"/>
                        <a:t>cd</a:t>
                      </a:r>
                      <a:r>
                        <a:rPr lang="en-US" sz="2000" b="1" i="1" dirty="0" smtClean="0"/>
                        <a:t> ../..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1485900"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2000" b="1" i="1" dirty="0" err="1" smtClean="0">
                          <a:solidFill>
                            <a:schemeClr val="bg2"/>
                          </a:solidFill>
                        </a:rPr>
                        <a:t>ls</a:t>
                      </a:r>
                      <a:r>
                        <a:rPr lang="en-US" sz="2000" b="1" i="1" dirty="0" smtClean="0">
                          <a:solidFill>
                            <a:schemeClr val="bg2"/>
                          </a:solidFill>
                        </a:rPr>
                        <a:t> -a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2000" b="1" i="1" dirty="0" err="1" smtClean="0">
                          <a:solidFill>
                            <a:schemeClr val="bg2"/>
                          </a:solidFill>
                        </a:rPr>
                        <a:t>mkdir</a:t>
                      </a:r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2000" b="1" i="1" dirty="0" err="1" smtClean="0">
                          <a:solidFill>
                            <a:schemeClr val="bg2"/>
                          </a:solidFill>
                        </a:rPr>
                        <a:t>rmdir</a:t>
                      </a:r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2000" b="1" i="1" dirty="0" err="1" smtClean="0">
                          <a:solidFill>
                            <a:schemeClr val="bg2"/>
                          </a:solidFill>
                        </a:rPr>
                        <a:t>rm</a:t>
                      </a:r>
                      <a:r>
                        <a:rPr lang="en-US" sz="2000" b="1" i="1" dirty="0" smtClean="0">
                          <a:solidFill>
                            <a:schemeClr val="bg2"/>
                          </a:solidFill>
                        </a:rPr>
                        <a:t> -r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 err="1" smtClean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en-US" sz="2000" b="1" i="1" baseline="0" dirty="0" smtClean="0">
                          <a:solidFill>
                            <a:schemeClr val="tx1"/>
                          </a:solidFill>
                        </a:rPr>
                        <a:t> version</a:t>
                      </a:r>
                      <a:endParaRPr lang="en-US" sz="2000" b="1" i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20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21033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="" xmlns:a16="http://schemas.microsoft.com/office/drawing/2014/main" id="{22E45262-4502-F642-9F52-AC7FDD509CAD}"/>
              </a:ext>
            </a:extLst>
          </p:cNvPr>
          <p:cNvSpPr txBox="1">
            <a:spLocks/>
          </p:cNvSpPr>
          <p:nvPr/>
        </p:nvSpPr>
        <p:spPr>
          <a:xfrm>
            <a:off x="921424" y="239367"/>
            <a:ext cx="989897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kern="0" dirty="0" smtClean="0">
                <a:solidFill>
                  <a:srgbClr val="2E8BF1"/>
                </a:solidFill>
                <a:latin typeface="Bahnschrift Light Condensed" panose="020B0502040204020203" pitchFamily="34" charset="0"/>
              </a:rPr>
              <a:t>GIT BASH COMMANDS</a:t>
            </a:r>
            <a:endParaRPr lang="en-IN" sz="4400" b="1" kern="0" dirty="0">
              <a:solidFill>
                <a:srgbClr val="2E8BF1"/>
              </a:solidFill>
              <a:latin typeface="Bahnschrift Light Condensed" panose="020B0502040204020203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573000" y="2133600"/>
          <a:ext cx="1315434" cy="929640"/>
        </p:xfrm>
        <a:graphic>
          <a:graphicData uri="http://schemas.openxmlformats.org/drawingml/2006/table">
            <a:tbl>
              <a:tblPr/>
              <a:tblGrid>
                <a:gridCol w="1315434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0" y="2590800"/>
          <a:ext cx="6812565" cy="2225040"/>
        </p:xfrm>
        <a:graphic>
          <a:graphicData uri="http://schemas.openxmlformats.org/drawingml/2006/table">
            <a:tbl>
              <a:tblPr/>
              <a:tblGrid>
                <a:gridCol w="2270855"/>
                <a:gridCol w="2270855"/>
                <a:gridCol w="2270855"/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en-US" dirty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47625" marR="47625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D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862126"/>
          <a:ext cx="10972800" cy="2872740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496366"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r>
                        <a:rPr lang="en-US" sz="1800" b="1" i="1" dirty="0" err="1" smtClean="0"/>
                        <a:t>Git</a:t>
                      </a:r>
                      <a:r>
                        <a:rPr lang="en-US" sz="1800" b="1" i="1" baseline="0" dirty="0" smtClean="0"/>
                        <a:t> </a:t>
                      </a:r>
                      <a:r>
                        <a:rPr lang="en-US" sz="1800" b="1" i="1" baseline="0" dirty="0" err="1" smtClean="0"/>
                        <a:t>config</a:t>
                      </a:r>
                      <a:r>
                        <a:rPr lang="en-US" sz="1800" b="1" i="1" baseline="0" dirty="0" smtClean="0"/>
                        <a:t> – global user.name</a:t>
                      </a:r>
                      <a:endParaRPr lang="en-US" sz="1800" b="1" i="1" dirty="0" smtClean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endParaRPr lang="en-US" sz="1800" b="1" i="1" dirty="0" smtClean="0"/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dirty="0" err="1" smtClean="0"/>
                        <a:t>Git</a:t>
                      </a:r>
                      <a:r>
                        <a:rPr lang="en-US" sz="1800" b="1" i="1" baseline="0" dirty="0" smtClean="0"/>
                        <a:t> </a:t>
                      </a:r>
                      <a:r>
                        <a:rPr lang="en-US" sz="1800" b="1" i="1" baseline="0" dirty="0" err="1" smtClean="0"/>
                        <a:t>config</a:t>
                      </a:r>
                      <a:r>
                        <a:rPr lang="en-US" sz="1800" b="1" i="1" baseline="0" dirty="0" smtClean="0"/>
                        <a:t> – global </a:t>
                      </a:r>
                      <a:r>
                        <a:rPr lang="en-US" sz="1800" b="1" i="1" baseline="0" dirty="0" err="1" smtClean="0"/>
                        <a:t>user.email</a:t>
                      </a:r>
                      <a:endParaRPr lang="en-US" sz="1800" b="1" i="1" dirty="0" smtClean="0"/>
                    </a:p>
                    <a:p>
                      <a:pPr algn="ctr"/>
                      <a:endParaRPr lang="en-US" sz="1800" b="1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r>
                        <a:rPr lang="en-US" sz="1800" b="1" i="1" dirty="0" err="1" smtClean="0"/>
                        <a:t>Git</a:t>
                      </a:r>
                      <a:r>
                        <a:rPr lang="en-US" sz="1800" b="1" i="1" baseline="0" dirty="0" smtClean="0"/>
                        <a:t> </a:t>
                      </a:r>
                      <a:r>
                        <a:rPr lang="en-US" sz="1800" b="1" i="1" baseline="0" dirty="0" err="1" smtClean="0"/>
                        <a:t>config</a:t>
                      </a:r>
                      <a:r>
                        <a:rPr lang="en-US" sz="1800" b="1" i="1" baseline="0" dirty="0" smtClean="0"/>
                        <a:t> –global -l</a:t>
                      </a:r>
                      <a:endParaRPr lang="en-US" sz="1800" b="1" i="1" dirty="0" smtClean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r>
                        <a:rPr lang="en-US" sz="1800" b="1" i="1" dirty="0" err="1" smtClean="0"/>
                        <a:t>Git</a:t>
                      </a:r>
                      <a:r>
                        <a:rPr lang="en-US" sz="1800" b="1" i="1" baseline="0" dirty="0" smtClean="0"/>
                        <a:t> </a:t>
                      </a:r>
                      <a:r>
                        <a:rPr lang="en-US" sz="1800" b="1" i="1" baseline="0" dirty="0" err="1" smtClean="0"/>
                        <a:t>config</a:t>
                      </a:r>
                      <a:r>
                        <a:rPr lang="en-US" sz="1800" b="1" i="1" baseline="0" dirty="0" smtClean="0"/>
                        <a:t> -l</a:t>
                      </a:r>
                      <a:endParaRPr lang="en-US" sz="1800" b="1" i="1" dirty="0" smtClean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endParaRPr lang="en-US" sz="1800" b="1" i="1" dirty="0" smtClean="0"/>
                    </a:p>
                    <a:p>
                      <a:pPr algn="ctr"/>
                      <a:r>
                        <a:rPr lang="en-US" sz="1800" b="1" i="1" dirty="0" err="1" smtClean="0"/>
                        <a:t>Git</a:t>
                      </a:r>
                      <a:r>
                        <a:rPr lang="en-US" sz="1800" b="1" i="1" baseline="0" dirty="0" smtClean="0"/>
                        <a:t> init</a:t>
                      </a:r>
                      <a:endParaRPr lang="en-US" sz="1800" b="1" i="1" dirty="0" smtClean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1376374"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1800" b="1" i="1" dirty="0" err="1" smtClean="0">
                          <a:solidFill>
                            <a:schemeClr val="bg2"/>
                          </a:solidFill>
                        </a:rPr>
                        <a:t>Git</a:t>
                      </a:r>
                      <a:r>
                        <a:rPr lang="en-US" sz="1800" b="1" i="1" baseline="0" dirty="0" smtClean="0">
                          <a:solidFill>
                            <a:schemeClr val="bg2"/>
                          </a:solidFill>
                        </a:rPr>
                        <a:t> status</a:t>
                      </a:r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1800" b="1" i="1" dirty="0" err="1" smtClean="0">
                          <a:solidFill>
                            <a:schemeClr val="bg2"/>
                          </a:solidFill>
                        </a:rPr>
                        <a:t>Git</a:t>
                      </a:r>
                      <a:r>
                        <a:rPr lang="en-US" sz="1800" b="1" i="1" baseline="0" dirty="0" smtClean="0">
                          <a:solidFill>
                            <a:schemeClr val="bg2"/>
                          </a:solidFill>
                        </a:rPr>
                        <a:t> add</a:t>
                      </a:r>
                      <a:br>
                        <a:rPr lang="en-US" sz="1800" b="1" i="1" baseline="0" dirty="0" smtClean="0">
                          <a:solidFill>
                            <a:schemeClr val="bg2"/>
                          </a:solidFill>
                        </a:rPr>
                      </a:br>
                      <a:r>
                        <a:rPr lang="en-US" sz="1800" b="1" i="1" baseline="0" dirty="0" smtClean="0">
                          <a:solidFill>
                            <a:schemeClr val="bg2"/>
                          </a:solidFill>
                        </a:rPr>
                        <a:t/>
                      </a:r>
                      <a:br>
                        <a:rPr lang="en-US" sz="1800" b="1" i="1" baseline="0" dirty="0" smtClean="0">
                          <a:solidFill>
                            <a:schemeClr val="bg2"/>
                          </a:solidFill>
                        </a:rPr>
                      </a:br>
                      <a:r>
                        <a:rPr lang="en-US" sz="1800" b="1" i="1" baseline="0" dirty="0" err="1" smtClean="0">
                          <a:solidFill>
                            <a:schemeClr val="bg2"/>
                          </a:solidFill>
                        </a:rPr>
                        <a:t>git</a:t>
                      </a:r>
                      <a:r>
                        <a:rPr lang="en-US" sz="1800" b="1" i="1" baseline="0" dirty="0" smtClean="0">
                          <a:solidFill>
                            <a:schemeClr val="bg2"/>
                          </a:solidFill>
                        </a:rPr>
                        <a:t> add.</a:t>
                      </a:r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1800" b="1" i="1" dirty="0" err="1" smtClean="0">
                          <a:solidFill>
                            <a:schemeClr val="bg2"/>
                          </a:solidFill>
                        </a:rPr>
                        <a:t>Git</a:t>
                      </a:r>
                      <a:r>
                        <a:rPr lang="en-US" sz="1800" b="1" i="1" baseline="0" dirty="0" smtClean="0">
                          <a:solidFill>
                            <a:schemeClr val="bg2"/>
                          </a:solidFill>
                        </a:rPr>
                        <a:t> log</a:t>
                      </a:r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1800" b="1" i="1" dirty="0" err="1" smtClean="0">
                          <a:solidFill>
                            <a:schemeClr val="bg2"/>
                          </a:solidFill>
                        </a:rPr>
                        <a:t>Git</a:t>
                      </a:r>
                      <a:r>
                        <a:rPr lang="en-US" sz="1800" b="1" i="1" baseline="0" dirty="0" smtClean="0">
                          <a:solidFill>
                            <a:schemeClr val="bg2"/>
                          </a:solidFill>
                        </a:rPr>
                        <a:t> commit –m “”</a:t>
                      </a:r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1" dirty="0" smtClean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en-US" sz="1800" b="1" dirty="0" err="1" smtClean="0">
                          <a:solidFill>
                            <a:schemeClr val="bg2"/>
                          </a:solidFill>
                        </a:rPr>
                        <a:t>Git</a:t>
                      </a:r>
                      <a:r>
                        <a:rPr lang="en-US" sz="1800" b="1" dirty="0" smtClean="0">
                          <a:solidFill>
                            <a:schemeClr val="bg2"/>
                          </a:solidFill>
                        </a:rPr>
                        <a:t> help</a:t>
                      </a:r>
                      <a:endParaRPr lang="en-US" sz="1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21033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7AAE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E2E1AB8DB71D4A802F01CAC18E9352" ma:contentTypeVersion="14" ma:contentTypeDescription="Create a new document." ma:contentTypeScope="" ma:versionID="30ccc911ec11cb5e0d6021e8d67475d5">
  <xsd:schema xmlns:xsd="http://www.w3.org/2001/XMLSchema" xmlns:xs="http://www.w3.org/2001/XMLSchema" xmlns:p="http://schemas.microsoft.com/office/2006/metadata/properties" xmlns:ns2="6aa608c4-cd1d-4c86-a126-6395f587a1d3" xmlns:ns3="a8dd18db-f53d-4053-8ced-f7cba4bf3a3e" targetNamespace="http://schemas.microsoft.com/office/2006/metadata/properties" ma:root="true" ma:fieldsID="ee89435d1f02761147fb71805916b41b" ns2:_="" ns3:_="">
    <xsd:import namespace="6aa608c4-cd1d-4c86-a126-6395f587a1d3"/>
    <xsd:import namespace="a8dd18db-f53d-4053-8ced-f7cba4bf3a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_Flow_SignoffStatu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a608c4-cd1d-4c86-a126-6395f587a1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_Flow_SignoffStatus" ma:index="13" nillable="true" ma:displayName="Sign-off status" ma:internalName="Sign_x002d_off_x0020_status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dd18db-f53d-4053-8ced-f7cba4bf3a3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6aa608c4-cd1d-4c86-a126-6395f587a1d3" xsi:nil="true"/>
  </documentManagement>
</p:properties>
</file>

<file path=customXml/itemProps1.xml><?xml version="1.0" encoding="utf-8"?>
<ds:datastoreItem xmlns:ds="http://schemas.openxmlformats.org/officeDocument/2006/customXml" ds:itemID="{3FABB195-1954-4DEF-8EFD-80F0827441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84964E-F5D6-442A-BEC0-B8AEE09723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a608c4-cd1d-4c86-a126-6395f587a1d3"/>
    <ds:schemaRef ds:uri="a8dd18db-f53d-4053-8ced-f7cba4bf3a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814198-380C-48D2-B125-3B482F283DD3}">
  <ds:schemaRefs>
    <ds:schemaRef ds:uri="http://schemas.microsoft.com/office/2006/metadata/properties"/>
    <ds:schemaRef ds:uri="http://schemas.microsoft.com/office/infopath/2007/PartnerControls"/>
    <ds:schemaRef ds:uri="6aa608c4-cd1d-4c86-a126-6395f587a1d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</TotalTime>
  <Words>171</Words>
  <Application>Microsoft Office PowerPoint</Application>
  <PresentationFormat>Custom</PresentationFormat>
  <Paragraphs>108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GIT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 - New</dc:title>
  <cp:lastModifiedBy>DAVID</cp:lastModifiedBy>
  <cp:revision>364</cp:revision>
  <dcterms:created xsi:type="dcterms:W3CDTF">2021-12-15T13:10:26Z</dcterms:created>
  <dcterms:modified xsi:type="dcterms:W3CDTF">2022-02-13T13:33:45Z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2021-12-15T00:00:00Z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2021-12-15T00:00:00Z</vt:filetime>
  </property>
  <property fmtid="{D5CDD505-2E9C-101B-9397-08002B2CF9AE}" pid="5" name="ContentTypeId">
    <vt:lpwstr>0x0101007FE2E1AB8DB71D4A802F01CAC18E9352</vt:lpwstr>
  </property>
</Properties>
</file>